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art checkpoint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Repeater Nest: tiers I-III plus both tier-4 branches, idle and firing, on checker and Geonosis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Artillery Battery: tiers I-III plus both tier-4 branches, idle and firing, on checker and Geonosis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Ion Cannon: tiers I-III plus both tier-4 branches, idle and firing, on checker and Geonosis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Sharpshooter Post: tiers I-III plus both tier-4 branches, idle and firing, on checker and Geonosis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Depot: tiers I-III plus both tier-4 branches, idle and firing, on checker and Geonosis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Commando Droid, Tactical Droid, Shield Walker.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Crawler Walker, Siege Walker, Heavy Tank.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Droid Carrier, Bomber Gunship, Repair Drone.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Tidebreaker: phases, weak points,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Foundry Colossus: phases, weak points,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Timber Reaper: phases, weak points,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 Dreadnought: phases, weak points,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Warlord Engine: phases, weak points,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Geonosis tileset: tiles, hazard animation,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Kashyyyk tileset: tiles, hazard animation,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Umbara tileset: tiles, hazard animation,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Mustafar tileset: tiles, hazard animation,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geonosis map mockup with its boss.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kashyyyk map mockup with its boss.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umbara map mockup with its boss.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mustafar map mockup with its boss.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enemy identifiable by silhouette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2-tower-repe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3-tower-arti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4-tower-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5-tower-sharpsh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6-tower-dep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7-droid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8-droids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09-droids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0-boss-tidebre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1-boss-found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2-boss-re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3-boss-dreadnou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4-boss-warl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5-tiles-geono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6-tiles-kashyy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7-tiles-umb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8-tiles-musta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19-mockup-geono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20-mockup-kashyy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21-mockup-umb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22-mockup-musta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-2/slides/23-silhouet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Republic Frontline - Phase 2 Art Checkpoint</dc:title>
  <dc:subject>PptxGenJS Presentation</dc:subject>
  <dc:creator>PptxGenJS</dc:creator>
  <cp:lastModifiedBy>PptxGenJS</cp:lastModifiedBy>
  <cp:revision>1</cp:revision>
  <dcterms:created xsi:type="dcterms:W3CDTF">2026-10-27T16:52:32Z</dcterms:created>
  <dcterms:modified xsi:type="dcterms:W3CDTF">2026-10-27T16:52:32Z</dcterms:modified>
</cp:coreProperties>
</file>