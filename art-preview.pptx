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and art direction summary (2x detail).
Source PNG: art-preview/slides/01-title.png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palettes are named arrays in src/art/palettes.js.
Source PNG: art-preview/slides/02-palettes.png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Clone Rifle Squad: tiers I-III plus both tier-4 branches. Idle and firing frames on checker and Kamino ground; aim sample below.
Source PNG: art-preview/slides/03-tower-rifle.png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Rocket Team: tiers I-III plus both tier-4 branches. Idle and firing frames on checker and Kamino ground; aim sample below.
Source PNG: art-preview/slides/04-tower-rocket.png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Flak Turret: tiers I-III plus both tier-4 branches. Idle and firing frames on checker and Kamino ground; aim sample below.
Source PNG: art-preview/slides/05-tower-flak.png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Trooper Droid, Rush Droid, Scuttler.
Source PNG: art-preview/slides/06-enemies-1.png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Shield Droid: tread sled, deploys into a slow walker with shield up. Strike Fighter: air unit.
Source PNG: art-preview/slides/07-enemies-2.png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variants, walkway, pad, 8-frame water, platform edge with stilts, bridge truss, props, autotile sample.
Source PNG: art-preview/slides/08-kamino-tiles.png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screen of Kamino 1 rendered by the game (HUD hidden).
Source PNG: art-preview/slides/09-kamino-mockup.png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Readability: the exact 1080p frame (UI S=4, world SW=2), HUD included.
Source PNG: art-preview/slides/10-readability.png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Bolts, glows, ion, flashes, sparks, shield ripple, hit flash.
Source PNG: art-preview/slides/11-vfx-1.png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Explosion frame strips (fireball -&gt; breakup -&gt; smoke), smoke puff, scorch decals, debris, rain.
Source PNG: art-preview/slides/12-vfx-2.png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HUD with drag-ghost placement, rendered by the game at the iPhone 12 size.
Source PNG: art-preview/slides/13-ui-placement.png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Tower info panel and icon set, rendered by the game.
Source PNG: art-preview/slides/14-ui-info.png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 icon concept (standard + maskable), title lockup and both faction emblems.
Source PNG: art-preview/slides/15-icon-emblem.png (the PNGs are the source of truth; PowerPoint may smooth when zoomed).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01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02-palet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03-tower-rif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04-tower-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05-tower-fla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06-enemies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07-enemies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08-kamino-t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09-kamino-m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10-read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11-vfx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12-vfx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13-ui-plac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14-ui-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drewwhite/Swarm:Mars Colony/Claude Version/republic-frontline/art-preview/slides/15-icon-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Republic Frontline - Art Preview (2x detail)</dc:title>
  <dc:subject>PptxGenJS Presentation</dc:subject>
  <dc:creator>PptxGenJS</dc:creator>
  <cp:lastModifiedBy>PptxGenJS</cp:lastModifiedBy>
  <cp:revision>1</cp:revision>
  <dcterms:created xsi:type="dcterms:W3CDTF">2026-10-27T04:21:56Z</dcterms:created>
  <dcterms:modified xsi:type="dcterms:W3CDTF">2026-10-27T04:21:56Z</dcterms:modified>
</cp:coreProperties>
</file>